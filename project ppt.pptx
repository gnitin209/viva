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5" r:id="rId3"/>
    <p:sldId id="259" r:id="rId4"/>
    <p:sldId id="258" r:id="rId5"/>
    <p:sldId id="261" r:id="rId6"/>
    <p:sldId id="262" r:id="rId7"/>
    <p:sldId id="266" r:id="rId8"/>
    <p:sldId id="267" r:id="rId9"/>
    <p:sldId id="268" r:id="rId10"/>
    <p:sldId id="271" r:id="rId11"/>
    <p:sldId id="272" r:id="rId12"/>
    <p:sldId id="273" r:id="rId13"/>
    <p:sldId id="270" r:id="rId14"/>
    <p:sldId id="264" r:id="rId15"/>
    <p:sldId id="26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38" autoAdjust="0"/>
    <p:restoredTop sz="94660"/>
  </p:normalViewPr>
  <p:slideViewPr>
    <p:cSldViewPr>
      <p:cViewPr varScale="1">
        <p:scale>
          <a:sx n="60" d="100"/>
          <a:sy n="60" d="100"/>
        </p:scale>
        <p:origin x="1624"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fld id="{42124E35-864A-48A6-95D5-CB8C2EBCD3FA}" type="datetimeFigureOut">
              <a:rPr lang="en-US" smtClean="0"/>
              <a:t>5/25/2020</a:t>
            </a:fld>
            <a:endParaRPr lang="en-IN"/>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endParaRPr lang="en-IN"/>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fld id="{8315BB58-2BCD-4CD6-8362-DAC718C9FCF7}" type="slidenum">
              <a:rPr lang="en-IN" smtClean="0"/>
              <a:t>‹#›</a:t>
            </a:fld>
            <a:endParaRPr lang="en-IN"/>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Tree>
    <p:extLst>
      <p:ext uri="{BB962C8B-B14F-4D97-AF65-F5344CB8AC3E}">
        <p14:creationId xmlns:p14="http://schemas.microsoft.com/office/powerpoint/2010/main" val="51626946"/>
      </p:ext>
    </p:extLst>
  </p:cSld>
  <p:clrMapOvr>
    <a:masterClrMapping/>
  </p:clrMapOvr>
  <p:extLst mod="1">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124E35-864A-48A6-95D5-CB8C2EBCD3FA}" type="datetimeFigureOut">
              <a:rPr lang="en-US" smtClean="0"/>
              <a:t>5/25/2020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193971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fld id="{42124E35-864A-48A6-95D5-CB8C2EBCD3FA}" type="datetimeFigureOut">
              <a:rPr lang="en-US" smtClean="0"/>
              <a:t>5/25/2020</a:t>
            </a:fld>
            <a:endParaRPr lang="en-IN"/>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endParaRPr lang="en-IN"/>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fld id="{8315BB58-2BCD-4CD6-8362-DAC718C9FCF7}" type="slidenum">
              <a:rPr lang="en-IN" smtClean="0"/>
              <a:t>‹#›</a:t>
            </a:fld>
            <a:endParaRPr lang="en-IN"/>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Tree>
    <p:extLst>
      <p:ext uri="{BB962C8B-B14F-4D97-AF65-F5344CB8AC3E}">
        <p14:creationId xmlns:p14="http://schemas.microsoft.com/office/powerpoint/2010/main" val="3505077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2124E35-864A-48A6-95D5-CB8C2EBCD3FA}" type="datetimeFigureOut">
              <a:rPr lang="en-US" smtClean="0"/>
              <a:t>5/25/2020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658486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2200276" y="3316640"/>
            <a:ext cx="3136392" cy="277936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5641811" y="3316640"/>
            <a:ext cx="3136392" cy="277936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2124E35-864A-48A6-95D5-CB8C2EBCD3FA}" type="datetimeFigureOut">
              <a:rPr lang="en-US" smtClean="0"/>
              <a:t>5/25/2020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3958776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2124E35-864A-48A6-95D5-CB8C2EBCD3FA}" type="datetimeFigureOut">
              <a:rPr lang="en-US" smtClean="0"/>
              <a:t>5/25/2020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1459392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42124E35-864A-48A6-95D5-CB8C2EBCD3FA}" type="datetimeFigureOut">
              <a:rPr lang="en-US" smtClean="0"/>
              <a:t>5/25/2020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1302478153"/>
      </p:ext>
    </p:extLst>
  </p:cSld>
  <p:clrMapOvr>
    <a:masterClrMapping/>
  </p:clrMapOvr>
  <p:extLst mod="1">
    <p:ext uri="{DCECCB84-F9BA-43D5-87BE-67443E8EF086}">
      <p15:sldGuideLst xmlns:p15="http://schemas.microsoft.com/office/powerpoint/2012/main">
        <p15:guide id="1" pos="5400">
          <p15:clr>
            <a:srgbClr val="FBAE40"/>
          </p15:clr>
        </p15:guide>
        <p15:guide id="0" pos="405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smtClean="0"/>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fld id="{42124E35-864A-48A6-95D5-CB8C2EBCD3FA}" type="datetimeFigureOut">
              <a:rPr lang="en-US" smtClean="0"/>
              <a:t>5/25/2020</a:t>
            </a:fld>
            <a:endParaRPr lang="en-IN"/>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endParaRPr lang="en-IN"/>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fld id="{8315BB58-2BCD-4CD6-8362-DAC718C9FCF7}" type="slidenum">
              <a:rPr lang="en-IN" smtClean="0"/>
              <a:t>‹#›</a:t>
            </a:fld>
            <a:endParaRPr lang="en-IN"/>
          </a:p>
        </p:txBody>
      </p:sp>
    </p:spTree>
    <p:extLst>
      <p:ext uri="{BB962C8B-B14F-4D97-AF65-F5344CB8AC3E}">
        <p14:creationId xmlns:p14="http://schemas.microsoft.com/office/powerpoint/2010/main" val="3075466855"/>
      </p:ext>
    </p:extLst>
  </p:cSld>
  <p:clrMapOvr>
    <a:masterClrMapping/>
  </p:clrMapOvr>
  <p:extLst mod="1">
    <p:ext uri="{DCECCB84-F9BA-43D5-87BE-67443E8EF086}">
      <p15:sldGuideLst xmlns:p15="http://schemas.microsoft.com/office/powerpoint/2012/main">
        <p15:guide id="1" pos="5400">
          <p15:clr>
            <a:srgbClr val="FBAE40"/>
          </p15:clr>
        </p15:guide>
        <p15:guide id="0" pos="405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fld id="{42124E35-864A-48A6-95D5-CB8C2EBCD3FA}" type="datetimeFigureOut">
              <a:rPr lang="en-US" smtClean="0"/>
              <a:t>5/25/2020</a:t>
            </a:fld>
            <a:endParaRPr lang="en-IN"/>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endParaRPr lang="en-IN"/>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fld id="{8315BB58-2BCD-4CD6-8362-DAC718C9FCF7}" type="slidenum">
              <a:rPr lang="en-IN" smtClean="0"/>
              <a:t>‹#›</a:t>
            </a:fld>
            <a:endParaRPr lang="en-IN"/>
          </a:p>
        </p:txBody>
      </p:sp>
    </p:spTree>
    <p:extLst>
      <p:ext uri="{BB962C8B-B14F-4D97-AF65-F5344CB8AC3E}">
        <p14:creationId xmlns:p14="http://schemas.microsoft.com/office/powerpoint/2010/main" val="160156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2124E35-864A-48A6-95D5-CB8C2EBCD3FA}" type="datetimeFigureOut">
              <a:rPr lang="en-US" smtClean="0"/>
              <a:t>5/25/2020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315BB58-2BCD-4CD6-8362-DAC718C9FCF7}" type="slidenum">
              <a:rPr lang="en-IN" smtClean="0"/>
              <a:t>‹#›</a:t>
            </a:fld>
            <a:endParaRPr lang="en-IN"/>
          </a:p>
        </p:txBody>
      </p:sp>
    </p:spTree>
    <p:extLst>
      <p:ext uri="{BB962C8B-B14F-4D97-AF65-F5344CB8AC3E}">
        <p14:creationId xmlns:p14="http://schemas.microsoft.com/office/powerpoint/2010/main" val="4579815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fld id="{42124E35-864A-48A6-95D5-CB8C2EBCD3FA}" type="datetimeFigureOut">
              <a:rPr lang="en-US" smtClean="0"/>
              <a:t>5/25/2020</a:t>
            </a:fld>
            <a:endParaRPr lang="en-IN"/>
          </a:p>
        </p:txBody>
      </p:sp>
      <p:sp>
        <p:nvSpPr>
          <p:cNvPr id="5" name="Footer Placeholder 4"/>
          <p:cNvSpPr>
            <a:spLocks noGrp="1"/>
          </p:cNvSpPr>
          <p:nvPr>
            <p:ph type="ftr" sz="quarter" idx="11"/>
          </p:nvPr>
        </p:nvSpPr>
        <p:spPr>
          <a:xfrm>
            <a:off x="2200275" y="6296616"/>
            <a:ext cx="4469683" cy="365125"/>
          </a:xfrm>
        </p:spPr>
        <p:txBody>
          <a:bodyPr/>
          <a:lstStyle/>
          <a:p>
            <a:endParaRPr lang="en-IN"/>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fld id="{8315BB58-2BCD-4CD6-8362-DAC718C9FCF7}" type="slidenum">
              <a:rPr lang="en-IN" smtClean="0"/>
              <a:t>‹#›</a:t>
            </a:fld>
            <a:endParaRPr lang="en-IN"/>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0135848"/>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fld id="{42124E35-864A-48A6-95D5-CB8C2EBCD3FA}" type="datetimeFigureOut">
              <a:rPr lang="en-US" smtClean="0"/>
              <a:t>5/25/2020</a:t>
            </a:fld>
            <a:endParaRPr lang="en-IN"/>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endParaRPr lang="en-IN"/>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8315BB58-2BCD-4CD6-8362-DAC718C9FCF7}" type="slidenum">
              <a:rPr lang="en-IN" smtClean="0"/>
              <a:t>‹#›</a:t>
            </a:fld>
            <a:endParaRPr lang="en-IN"/>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657896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1848">
          <p15:clr>
            <a:srgbClr val="F26B43"/>
          </p15:clr>
        </p15:guide>
        <p15:guide id="2" pos="4416">
          <p15:clr>
            <a:srgbClr val="F26B43"/>
          </p15:clr>
        </p15:guide>
        <p15:guide id="3" pos="4800">
          <p15:clr>
            <a:srgbClr val="F26B43"/>
          </p15:clr>
        </p15:guide>
        <p15:guide id="4" pos="7368">
          <p15:clr>
            <a:srgbClr val="F26B43"/>
          </p15:clr>
        </p15:guide>
        <p15:guide id="5" pos="240">
          <p15:clr>
            <a:srgbClr val="F26B43"/>
          </p15:clr>
        </p15:guide>
        <p15:guide id="0" pos="1386">
          <p15:clr>
            <a:srgbClr val="F26B43"/>
          </p15:clr>
        </p15:guide>
        <p15:guide id="6" orient="horz" pos="3960">
          <p15:clr>
            <a:srgbClr val="F26B43"/>
          </p15:clr>
        </p15:guide>
        <p15:guide id="7" orient="horz" pos="3840">
          <p15:clr>
            <a:srgbClr val="F26B43"/>
          </p15:clr>
        </p15:guide>
        <p15:guide id="8" pos="3312">
          <p15:clr>
            <a:srgbClr val="F26B43"/>
          </p15:clr>
        </p15:guide>
        <p15:guide id="9" pos="3600">
          <p15:clr>
            <a:srgbClr val="F26B43"/>
          </p15:clr>
        </p15:guide>
        <p15:guide id="10" orient="horz" pos="360">
          <p15:clr>
            <a:srgbClr val="F26B43"/>
          </p15:clr>
        </p15:guide>
        <p15:guide id="11" pos="5526">
          <p15:clr>
            <a:srgbClr val="F26B43"/>
          </p15:clr>
        </p15:guide>
        <p15:guide id="12" pos="180">
          <p15:clr>
            <a:srgbClr val="F26B43"/>
          </p15:clr>
        </p15:guide>
        <p15:guide id="13"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7904" y="1412776"/>
            <a:ext cx="6673174" cy="1560716"/>
          </a:xfrm>
        </p:spPr>
        <p:txBody>
          <a:bodyPr/>
          <a:lstStyle/>
          <a:p>
            <a:pPr algn="l">
              <a:buFont typeface="Wingdings" pitchFamily="2" charset="2"/>
              <a:buChar char="v"/>
            </a:pPr>
            <a:r>
              <a:rPr lang="en-IN" b="1" dirty="0" smtClean="0"/>
              <a:t>Contents</a:t>
            </a:r>
            <a:endParaRPr lang="en-IN" b="1" dirty="0"/>
          </a:p>
        </p:txBody>
      </p:sp>
      <p:sp>
        <p:nvSpPr>
          <p:cNvPr id="3" name="Content Placeholder 2"/>
          <p:cNvSpPr>
            <a:spLocks noGrp="1"/>
          </p:cNvSpPr>
          <p:nvPr>
            <p:ph idx="1"/>
          </p:nvPr>
        </p:nvSpPr>
        <p:spPr>
          <a:xfrm>
            <a:off x="3419872" y="2438400"/>
            <a:ext cx="5358332" cy="3651504"/>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sz="1400" dirty="0" smtClean="0">
                <a:solidFill>
                  <a:schemeClr val="tx1"/>
                </a:solidFill>
              </a:rPr>
              <a:t>Introduction</a:t>
            </a:r>
          </a:p>
          <a:p>
            <a:r>
              <a:rPr lang="en-IN" sz="1400" dirty="0" smtClean="0">
                <a:solidFill>
                  <a:schemeClr val="tx1"/>
                </a:solidFill>
              </a:rPr>
              <a:t>Objective</a:t>
            </a:r>
          </a:p>
          <a:p>
            <a:r>
              <a:rPr lang="en-IN" sz="1400" dirty="0" smtClean="0">
                <a:solidFill>
                  <a:schemeClr val="tx1"/>
                </a:solidFill>
              </a:rPr>
              <a:t>Scope Of System</a:t>
            </a:r>
          </a:p>
          <a:p>
            <a:r>
              <a:rPr lang="en-IN" sz="1400" dirty="0" smtClean="0">
                <a:solidFill>
                  <a:schemeClr val="tx1"/>
                </a:solidFill>
              </a:rPr>
              <a:t>Proposed Systems And Advantages</a:t>
            </a:r>
          </a:p>
          <a:p>
            <a:r>
              <a:rPr lang="en-IN" sz="1400" dirty="0" smtClean="0">
                <a:solidFill>
                  <a:schemeClr val="tx1"/>
                </a:solidFill>
              </a:rPr>
              <a:t>Module Description</a:t>
            </a:r>
          </a:p>
          <a:p>
            <a:r>
              <a:rPr lang="en-IN" sz="1400" dirty="0" smtClean="0">
                <a:solidFill>
                  <a:schemeClr val="tx1"/>
                </a:solidFill>
              </a:rPr>
              <a:t>Snapshot  of  home page</a:t>
            </a:r>
          </a:p>
          <a:p>
            <a:r>
              <a:rPr lang="en-IN" sz="1400" dirty="0" smtClean="0">
                <a:solidFill>
                  <a:schemeClr val="tx1"/>
                </a:solidFill>
              </a:rPr>
              <a:t>Snapshot  of login Page</a:t>
            </a:r>
          </a:p>
          <a:p>
            <a:r>
              <a:rPr lang="en-IN" sz="1400" dirty="0" smtClean="0">
                <a:solidFill>
                  <a:schemeClr val="tx1"/>
                </a:solidFill>
              </a:rPr>
              <a:t>Snapshot of Signup Page</a:t>
            </a:r>
          </a:p>
          <a:p>
            <a:r>
              <a:rPr lang="en-IN" sz="1400" dirty="0" smtClean="0">
                <a:solidFill>
                  <a:schemeClr val="tx1"/>
                </a:solidFill>
              </a:rPr>
              <a:t>Snapshot of backend code coverage</a:t>
            </a:r>
          </a:p>
          <a:p>
            <a:r>
              <a:rPr lang="en-IN" sz="1400" dirty="0" smtClean="0">
                <a:solidFill>
                  <a:schemeClr val="tx1"/>
                </a:solidFill>
              </a:rPr>
              <a:t>Technology Used</a:t>
            </a:r>
          </a:p>
          <a:p>
            <a:endParaRPr lang="en-IN" sz="1400" dirty="0" smtClean="0">
              <a:solidFill>
                <a:schemeClr val="tx1"/>
              </a:solidFill>
            </a:endParaRPr>
          </a:p>
        </p:txBody>
      </p:sp>
    </p:spTree>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3980" y="1340768"/>
            <a:ext cx="8229600" cy="1143000"/>
          </a:xfrm>
        </p:spPr>
        <p:txBody>
          <a:bodyPr/>
          <a:lstStyle/>
          <a:p>
            <a:pPr algn="l">
              <a:buFont typeface="Wingdings" pitchFamily="2" charset="2"/>
              <a:buChar char="v"/>
            </a:pPr>
            <a:r>
              <a:rPr lang="en-IN" b="1" dirty="0" smtClean="0"/>
              <a:t>Introduction</a:t>
            </a:r>
            <a:endParaRPr lang="en-IN" b="1" dirty="0"/>
          </a:p>
        </p:txBody>
      </p:sp>
      <p:sp>
        <p:nvSpPr>
          <p:cNvPr id="3" name="Content Placeholder 2"/>
          <p:cNvSpPr>
            <a:spLocks noGrp="1"/>
          </p:cNvSpPr>
          <p:nvPr>
            <p:ph idx="1"/>
          </p:nvPr>
        </p:nvSpPr>
        <p:spPr>
          <a:xfrm>
            <a:off x="3131840" y="2348880"/>
            <a:ext cx="5400600" cy="3580450"/>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pPr marL="0" indent="0" algn="just">
              <a:buNone/>
            </a:pPr>
            <a:r>
              <a:rPr lang="en-US" sz="1800" dirty="0" smtClean="0">
                <a:solidFill>
                  <a:schemeClr val="tx1"/>
                </a:solidFill>
              </a:rPr>
              <a:t>     My aim </a:t>
            </a:r>
            <a:r>
              <a:rPr lang="en-US" sz="1800" dirty="0">
                <a:solidFill>
                  <a:schemeClr val="tx1"/>
                </a:solidFill>
              </a:rPr>
              <a:t>is to develop a </a:t>
            </a:r>
            <a:r>
              <a:rPr lang="en-US" sz="1800" dirty="0" smtClean="0">
                <a:solidFill>
                  <a:schemeClr val="tx1"/>
                </a:solidFill>
              </a:rPr>
              <a:t>single page application</a:t>
            </a:r>
            <a:r>
              <a:rPr lang="en-US" sz="1800" dirty="0">
                <a:solidFill>
                  <a:schemeClr val="tx1"/>
                </a:solidFill>
              </a:rPr>
              <a:t>.  This </a:t>
            </a:r>
            <a:r>
              <a:rPr lang="en-US" sz="1800" dirty="0" smtClean="0">
                <a:solidFill>
                  <a:schemeClr val="tx1"/>
                </a:solidFill>
              </a:rPr>
              <a:t>   application </a:t>
            </a:r>
            <a:r>
              <a:rPr lang="en-US" sz="1800" dirty="0">
                <a:solidFill>
                  <a:schemeClr val="tx1"/>
                </a:solidFill>
              </a:rPr>
              <a:t>aims to enhance the </a:t>
            </a:r>
            <a:r>
              <a:rPr lang="en-US" sz="1800" dirty="0" smtClean="0">
                <a:solidFill>
                  <a:schemeClr val="tx1"/>
                </a:solidFill>
              </a:rPr>
              <a:t>ease of the buyer as well of seller of furniture. </a:t>
            </a:r>
            <a:r>
              <a:rPr lang="en-US" sz="1800" dirty="0">
                <a:solidFill>
                  <a:schemeClr val="tx1"/>
                </a:solidFill>
              </a:rPr>
              <a:t>This project use database to store the information about </a:t>
            </a:r>
            <a:r>
              <a:rPr lang="en-US" sz="1800" dirty="0" smtClean="0">
                <a:solidFill>
                  <a:schemeClr val="tx1"/>
                </a:solidFill>
              </a:rPr>
              <a:t>the user,furniture,cart,oderdetails and the address. This application help the seller to post their furniture description as well as the photograph of their furniture which they want to sell. For the client side I have used the angular 8 and for the server side I have use the spring boot framework.</a:t>
            </a:r>
            <a:endParaRPr lang="en-IN" sz="1800" dirty="0">
              <a:solidFill>
                <a:schemeClr val="tx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63888" y="1196752"/>
            <a:ext cx="6673174" cy="1560716"/>
          </a:xfrm>
        </p:spPr>
        <p:txBody>
          <a:bodyPr/>
          <a:lstStyle/>
          <a:p>
            <a:pPr algn="l">
              <a:buFont typeface="Wingdings" pitchFamily="2" charset="2"/>
              <a:buChar char="v"/>
            </a:pPr>
            <a:r>
              <a:rPr lang="en-IN" b="1" dirty="0" smtClean="0"/>
              <a:t>Objective</a:t>
            </a:r>
            <a:endParaRPr lang="en-IN" b="1" dirty="0"/>
          </a:p>
        </p:txBody>
      </p:sp>
      <p:sp>
        <p:nvSpPr>
          <p:cNvPr id="3" name="Content Placeholder 2"/>
          <p:cNvSpPr>
            <a:spLocks noGrp="1"/>
          </p:cNvSpPr>
          <p:nvPr>
            <p:ph idx="1"/>
          </p:nvPr>
        </p:nvSpPr>
        <p:spPr>
          <a:xfrm>
            <a:off x="3347864" y="2276872"/>
            <a:ext cx="5310332" cy="3749265"/>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sz="1800" dirty="0" smtClean="0">
                <a:solidFill>
                  <a:schemeClr val="tx1"/>
                </a:solidFill>
              </a:rPr>
              <a:t>To save the time.</a:t>
            </a:r>
          </a:p>
          <a:p>
            <a:r>
              <a:rPr lang="en-IN" sz="1800" dirty="0" smtClean="0">
                <a:solidFill>
                  <a:schemeClr val="tx1"/>
                </a:solidFill>
              </a:rPr>
              <a:t>To save the energy of seller as well as of buyer.</a:t>
            </a:r>
          </a:p>
          <a:p>
            <a:r>
              <a:rPr lang="en-IN" sz="1800" dirty="0" smtClean="0">
                <a:solidFill>
                  <a:schemeClr val="tx1"/>
                </a:solidFill>
              </a:rPr>
              <a:t>To have a user friendly and attractive interface.</a:t>
            </a:r>
          </a:p>
          <a:p>
            <a:r>
              <a:rPr lang="en-IN" sz="1800" dirty="0" smtClean="0">
                <a:solidFill>
                  <a:schemeClr val="tx1"/>
                </a:solidFill>
              </a:rPr>
              <a:t>Ease in operating the application.</a:t>
            </a:r>
          </a:p>
          <a:p>
            <a:r>
              <a:rPr lang="en-IN" sz="1800" dirty="0" smtClean="0">
                <a:solidFill>
                  <a:schemeClr val="tx1"/>
                </a:solidFill>
              </a:rPr>
              <a:t>The authenticity of the user as well as of the furniture.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9832" y="764704"/>
            <a:ext cx="6673174" cy="1560716"/>
          </a:xfrm>
        </p:spPr>
        <p:txBody>
          <a:bodyPr/>
          <a:lstStyle/>
          <a:p>
            <a:pPr algn="l">
              <a:buFont typeface="Wingdings" pitchFamily="2" charset="2"/>
              <a:buChar char="v"/>
            </a:pPr>
            <a:r>
              <a:rPr lang="en-IN" b="1" dirty="0" smtClean="0"/>
              <a:t>SCOPE OF THE SYSYTEM</a:t>
            </a:r>
            <a:endParaRPr lang="en-IN" b="1" dirty="0"/>
          </a:p>
        </p:txBody>
      </p:sp>
      <p:sp>
        <p:nvSpPr>
          <p:cNvPr id="3" name="Content Placeholder 2"/>
          <p:cNvSpPr>
            <a:spLocks noGrp="1"/>
          </p:cNvSpPr>
          <p:nvPr>
            <p:ph idx="1"/>
          </p:nvPr>
        </p:nvSpPr>
        <p:spPr>
          <a:xfrm>
            <a:off x="3347864" y="2438400"/>
            <a:ext cx="5430340" cy="3651504"/>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sz="1800" dirty="0" smtClean="0">
                <a:solidFill>
                  <a:schemeClr val="tx1"/>
                </a:solidFill>
              </a:rPr>
              <a:t>Specifically designed for buying and selling purpose.</a:t>
            </a:r>
          </a:p>
          <a:p>
            <a:r>
              <a:rPr lang="en-IN" sz="1800" dirty="0" smtClean="0">
                <a:solidFill>
                  <a:schemeClr val="tx1"/>
                </a:solidFill>
              </a:rPr>
              <a:t>Inserting new furniture for selling is possible.</a:t>
            </a:r>
          </a:p>
          <a:p>
            <a:r>
              <a:rPr lang="en-IN" sz="1800" dirty="0" smtClean="0">
                <a:solidFill>
                  <a:schemeClr val="tx1"/>
                </a:solidFill>
              </a:rPr>
              <a:t>Ordering as much as you want is possible.</a:t>
            </a:r>
          </a:p>
          <a:p>
            <a:r>
              <a:rPr lang="en-IN" sz="1800" dirty="0" smtClean="0">
                <a:solidFill>
                  <a:schemeClr val="tx1"/>
                </a:solidFill>
              </a:rPr>
              <a:t>Modes of payment is possible.</a:t>
            </a:r>
          </a:p>
          <a:p>
            <a:r>
              <a:rPr lang="en-IN" sz="1800" dirty="0" smtClean="0">
                <a:solidFill>
                  <a:schemeClr val="tx1"/>
                </a:solidFill>
              </a:rPr>
              <a:t>Filtering is possible. Buyer can filter the furniture according to their interest.</a:t>
            </a:r>
          </a:p>
          <a:p>
            <a:endParaRPr lang="en-IN" sz="2400" dirty="0" smtClean="0"/>
          </a:p>
          <a:p>
            <a:pPr algn="just">
              <a:buNone/>
            </a:pPr>
            <a:endParaRPr lang="en-IN"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47864" y="980728"/>
            <a:ext cx="6552728" cy="1143000"/>
          </a:xfrm>
        </p:spPr>
        <p:txBody>
          <a:bodyPr>
            <a:normAutofit fontScale="90000"/>
          </a:bodyPr>
          <a:lstStyle/>
          <a:p>
            <a:pPr algn="l">
              <a:buFont typeface="Wingdings" pitchFamily="2" charset="2"/>
              <a:buChar char="v"/>
            </a:pPr>
            <a:r>
              <a:rPr lang="en-IN" b="1" dirty="0" smtClean="0"/>
              <a:t>Proposed system and advantages</a:t>
            </a:r>
            <a:endParaRPr lang="en-IN" b="1" dirty="0"/>
          </a:p>
        </p:txBody>
      </p:sp>
      <p:sp>
        <p:nvSpPr>
          <p:cNvPr id="3" name="Content Placeholder 2"/>
          <p:cNvSpPr>
            <a:spLocks noGrp="1"/>
          </p:cNvSpPr>
          <p:nvPr>
            <p:ph idx="1"/>
          </p:nvPr>
        </p:nvSpPr>
        <p:spPr>
          <a:xfrm>
            <a:off x="3347864" y="2348880"/>
            <a:ext cx="5024580" cy="3677257"/>
          </a:xfrm>
          <a:noFill/>
          <a:ln>
            <a:noFill/>
          </a:ln>
        </p:spPr>
        <p:style>
          <a:lnRef idx="1">
            <a:schemeClr val="accent5"/>
          </a:lnRef>
          <a:fillRef idx="2">
            <a:schemeClr val="accent5"/>
          </a:fillRef>
          <a:effectRef idx="1">
            <a:schemeClr val="accent5"/>
          </a:effectRef>
          <a:fontRef idx="minor">
            <a:schemeClr val="dk1"/>
          </a:fontRef>
        </p:style>
        <p:txBody>
          <a:bodyPr>
            <a:normAutofit/>
          </a:bodyPr>
          <a:lstStyle/>
          <a:p>
            <a:r>
              <a:rPr lang="en-IN" sz="1800" dirty="0" smtClean="0">
                <a:solidFill>
                  <a:schemeClr val="tx1"/>
                </a:solidFill>
              </a:rPr>
              <a:t>Seller can post any time and from anywhere about their product</a:t>
            </a:r>
          </a:p>
          <a:p>
            <a:r>
              <a:rPr lang="en-IN" sz="1800" dirty="0" smtClean="0">
                <a:solidFill>
                  <a:schemeClr val="tx1"/>
                </a:solidFill>
              </a:rPr>
              <a:t>Buyer can have much more options according to their need.</a:t>
            </a:r>
          </a:p>
          <a:p>
            <a:r>
              <a:rPr lang="en-IN" sz="1800" dirty="0" smtClean="0">
                <a:solidFill>
                  <a:schemeClr val="tx1"/>
                </a:solidFill>
              </a:rPr>
              <a:t>It will save the time as well as the energy of the users.</a:t>
            </a:r>
          </a:p>
          <a:p>
            <a:r>
              <a:rPr lang="en-IN" sz="1800" dirty="0" smtClean="0">
                <a:solidFill>
                  <a:schemeClr val="tx1"/>
                </a:solidFill>
              </a:rPr>
              <a:t>Buyer can choose modes of payment according to their convenience.</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7824" y="1268760"/>
            <a:ext cx="8229600" cy="1143000"/>
          </a:xfrm>
        </p:spPr>
        <p:txBody>
          <a:bodyPr/>
          <a:lstStyle/>
          <a:p>
            <a:pPr algn="l">
              <a:buFont typeface="Wingdings" pitchFamily="2" charset="2"/>
              <a:buChar char="v"/>
            </a:pPr>
            <a:r>
              <a:rPr lang="en-IN" b="1" dirty="0" smtClean="0"/>
              <a:t>Module Description</a:t>
            </a:r>
            <a:endParaRPr lang="en-IN" b="1" dirty="0"/>
          </a:p>
        </p:txBody>
      </p:sp>
      <p:sp>
        <p:nvSpPr>
          <p:cNvPr id="3" name="Content Placeholder 2"/>
          <p:cNvSpPr>
            <a:spLocks noGrp="1"/>
          </p:cNvSpPr>
          <p:nvPr>
            <p:ph idx="1"/>
          </p:nvPr>
        </p:nvSpPr>
        <p:spPr>
          <a:xfrm>
            <a:off x="3635896" y="2276872"/>
            <a:ext cx="5165176" cy="3606389"/>
          </a:xfrm>
          <a:noFill/>
          <a:ln>
            <a:noFill/>
          </a:ln>
        </p:spPr>
        <p:style>
          <a:lnRef idx="1">
            <a:schemeClr val="accent5"/>
          </a:lnRef>
          <a:fillRef idx="2">
            <a:schemeClr val="accent5"/>
          </a:fillRef>
          <a:effectRef idx="1">
            <a:schemeClr val="accent5"/>
          </a:effectRef>
          <a:fontRef idx="minor">
            <a:schemeClr val="dk1"/>
          </a:fontRef>
        </p:style>
        <p:txBody>
          <a:bodyPr>
            <a:normAutofit fontScale="92500" lnSpcReduction="10000"/>
          </a:bodyPr>
          <a:lstStyle/>
          <a:p>
            <a:r>
              <a:rPr lang="en-IN" sz="2400" dirty="0" smtClean="0">
                <a:solidFill>
                  <a:schemeClr val="tx1"/>
                </a:solidFill>
              </a:rPr>
              <a:t>User signup</a:t>
            </a:r>
          </a:p>
          <a:p>
            <a:r>
              <a:rPr lang="en-IN" sz="2400" dirty="0" smtClean="0">
                <a:solidFill>
                  <a:schemeClr val="tx1"/>
                </a:solidFill>
              </a:rPr>
              <a:t>User Login</a:t>
            </a:r>
          </a:p>
          <a:p>
            <a:r>
              <a:rPr lang="en-IN" sz="2400" dirty="0" smtClean="0">
                <a:solidFill>
                  <a:schemeClr val="tx1"/>
                </a:solidFill>
              </a:rPr>
              <a:t>Post furniture as seller</a:t>
            </a:r>
          </a:p>
          <a:p>
            <a:r>
              <a:rPr lang="en-IN" sz="2400" dirty="0" smtClean="0">
                <a:solidFill>
                  <a:schemeClr val="tx1"/>
                </a:solidFill>
              </a:rPr>
              <a:t>Add to cart furniture as a buyer</a:t>
            </a:r>
          </a:p>
          <a:p>
            <a:r>
              <a:rPr lang="en-IN" sz="2400" dirty="0" smtClean="0">
                <a:solidFill>
                  <a:schemeClr val="tx1"/>
                </a:solidFill>
              </a:rPr>
              <a:t>Proceed to buy now</a:t>
            </a:r>
          </a:p>
          <a:p>
            <a:r>
              <a:rPr lang="en-IN" sz="2400" dirty="0" smtClean="0">
                <a:solidFill>
                  <a:schemeClr val="tx1"/>
                </a:solidFill>
              </a:rPr>
              <a:t>Add Address </a:t>
            </a:r>
          </a:p>
          <a:p>
            <a:r>
              <a:rPr lang="en-IN" sz="2400" dirty="0" smtClean="0">
                <a:solidFill>
                  <a:schemeClr val="tx1"/>
                </a:solidFill>
              </a:rPr>
              <a:t>Choose mode of payment</a:t>
            </a:r>
          </a:p>
          <a:p>
            <a:r>
              <a:rPr lang="en-IN" sz="2400" dirty="0" smtClean="0">
                <a:solidFill>
                  <a:schemeClr val="tx1"/>
                </a:solidFill>
              </a:rPr>
              <a:t>Order details.</a:t>
            </a:r>
          </a:p>
          <a:p>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3768" y="30105"/>
            <a:ext cx="8905422" cy="2784852"/>
          </a:xfrm>
        </p:spPr>
        <p:txBody>
          <a:bodyPr>
            <a:normAutofit/>
          </a:bodyPr>
          <a:lstStyle/>
          <a:p>
            <a:r>
              <a:rPr lang="en-US" sz="2800" dirty="0" smtClean="0"/>
              <a:t>    home page</a:t>
            </a:r>
            <a:endParaRPr lang="en-US" sz="2800"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520" y="620688"/>
            <a:ext cx="8712968" cy="5904656"/>
          </a:xfrm>
        </p:spPr>
      </p:pic>
    </p:spTree>
    <p:extLst>
      <p:ext uri="{BB962C8B-B14F-4D97-AF65-F5344CB8AC3E}">
        <p14:creationId xmlns:p14="http://schemas.microsoft.com/office/powerpoint/2010/main" val="32833687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9224" y="116632"/>
            <a:ext cx="6984776" cy="1560716"/>
          </a:xfrm>
        </p:spPr>
        <p:txBody>
          <a:bodyPr>
            <a:normAutofit/>
          </a:bodyPr>
          <a:lstStyle/>
          <a:p>
            <a:r>
              <a:rPr lang="en-US" sz="2800" dirty="0" smtClean="0"/>
              <a:t>        Login page</a:t>
            </a:r>
            <a:endParaRPr lang="en-US" sz="28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520" y="706601"/>
            <a:ext cx="8527354" cy="5962759"/>
          </a:xfrm>
        </p:spPr>
      </p:pic>
    </p:spTree>
    <p:extLst>
      <p:ext uri="{BB962C8B-B14F-4D97-AF65-F5344CB8AC3E}">
        <p14:creationId xmlns:p14="http://schemas.microsoft.com/office/powerpoint/2010/main" val="1685988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88" y="116632"/>
            <a:ext cx="6673174" cy="1560716"/>
          </a:xfrm>
        </p:spPr>
        <p:txBody>
          <a:bodyPr>
            <a:normAutofit/>
          </a:bodyPr>
          <a:lstStyle/>
          <a:p>
            <a:r>
              <a:rPr lang="en-US" sz="2800" dirty="0" smtClean="0"/>
              <a:t>           Signup page</a:t>
            </a:r>
            <a:endParaRPr lang="en-US" sz="28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9512" y="836712"/>
            <a:ext cx="8712968" cy="5688632"/>
          </a:xfrm>
        </p:spPr>
      </p:pic>
    </p:spTree>
    <p:extLst>
      <p:ext uri="{BB962C8B-B14F-4D97-AF65-F5344CB8AC3E}">
        <p14:creationId xmlns:p14="http://schemas.microsoft.com/office/powerpoint/2010/main" val="556940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0"/>
            <a:ext cx="6673174" cy="1560716"/>
          </a:xfrm>
        </p:spPr>
        <p:txBody>
          <a:bodyPr/>
          <a:lstStyle/>
          <a:p>
            <a:r>
              <a:rPr lang="en-US" sz="2400" dirty="0" smtClean="0"/>
              <a:t>                   ADD</a:t>
            </a:r>
            <a:r>
              <a:rPr lang="en-US" dirty="0" smtClean="0"/>
              <a:t> </a:t>
            </a:r>
            <a:r>
              <a:rPr lang="en-US" sz="2400" dirty="0" smtClean="0"/>
              <a:t>FURNITURE</a:t>
            </a:r>
            <a:endParaRPr lang="en-US" sz="24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908720"/>
            <a:ext cx="9144000" cy="5760640"/>
          </a:xfrm>
        </p:spPr>
      </p:pic>
    </p:spTree>
    <p:extLst>
      <p:ext uri="{BB962C8B-B14F-4D97-AF65-F5344CB8AC3E}">
        <p14:creationId xmlns:p14="http://schemas.microsoft.com/office/powerpoint/2010/main" val="201118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0"/>
            <a:ext cx="8685623" cy="2130167"/>
          </a:xfrm>
        </p:spPr>
        <p:txBody>
          <a:bodyPr/>
          <a:lstStyle/>
          <a:p>
            <a:r>
              <a:rPr lang="en-US" dirty="0" smtClean="0"/>
              <a:t>                      </a:t>
            </a:r>
            <a:r>
              <a:rPr lang="en-US" sz="2400" dirty="0" smtClean="0"/>
              <a:t>ORDER-HISTORY</a:t>
            </a:r>
            <a:endParaRPr lang="en-US" sz="24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9402" y="692696"/>
            <a:ext cx="8778875" cy="5983597"/>
          </a:xfrm>
        </p:spPr>
      </p:pic>
    </p:spTree>
    <p:extLst>
      <p:ext uri="{BB962C8B-B14F-4D97-AF65-F5344CB8AC3E}">
        <p14:creationId xmlns:p14="http://schemas.microsoft.com/office/powerpoint/2010/main" val="3450787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116632"/>
            <a:ext cx="8784976" cy="2012429"/>
          </a:xfrm>
        </p:spPr>
        <p:txBody>
          <a:bodyPr>
            <a:normAutofit/>
          </a:bodyPr>
          <a:lstStyle/>
          <a:p>
            <a:r>
              <a:rPr lang="en-US" sz="2400" dirty="0" smtClean="0"/>
              <a:t>                               VIEW-PRODUCT</a:t>
            </a:r>
            <a:endParaRPr lang="en-US" sz="24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7504" y="908720"/>
            <a:ext cx="8928992" cy="5832648"/>
          </a:xfrm>
        </p:spPr>
      </p:pic>
    </p:spTree>
    <p:extLst>
      <p:ext uri="{BB962C8B-B14F-4D97-AF65-F5344CB8AC3E}">
        <p14:creationId xmlns:p14="http://schemas.microsoft.com/office/powerpoint/2010/main" val="1566968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9712" y="4953"/>
            <a:ext cx="6673174" cy="1560716"/>
          </a:xfrm>
        </p:spPr>
        <p:txBody>
          <a:bodyPr>
            <a:normAutofit/>
          </a:bodyPr>
          <a:lstStyle/>
          <a:p>
            <a:r>
              <a:rPr lang="en-US" sz="2800" dirty="0" smtClean="0"/>
              <a:t>Backend code coverage</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558" y="692696"/>
            <a:ext cx="8612317" cy="5904656"/>
          </a:xfrm>
        </p:spPr>
      </p:pic>
    </p:spTree>
    <p:extLst>
      <p:ext uri="{BB962C8B-B14F-4D97-AF65-F5344CB8AC3E}">
        <p14:creationId xmlns:p14="http://schemas.microsoft.com/office/powerpoint/2010/main" val="7625995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87824" y="1340768"/>
            <a:ext cx="8229600" cy="1143000"/>
          </a:xfrm>
        </p:spPr>
        <p:txBody>
          <a:bodyPr/>
          <a:lstStyle/>
          <a:p>
            <a:pPr algn="l">
              <a:buFont typeface="Wingdings" pitchFamily="2" charset="2"/>
              <a:buChar char="v"/>
            </a:pPr>
            <a:r>
              <a:rPr lang="en-IN" b="1" dirty="0" smtClean="0"/>
              <a:t>Technology used</a:t>
            </a:r>
            <a:endParaRPr lang="en-IN" b="1" dirty="0"/>
          </a:p>
        </p:txBody>
      </p:sp>
      <p:sp>
        <p:nvSpPr>
          <p:cNvPr id="3" name="Content Placeholder 2"/>
          <p:cNvSpPr>
            <a:spLocks noGrp="1"/>
          </p:cNvSpPr>
          <p:nvPr>
            <p:ph idx="1"/>
          </p:nvPr>
        </p:nvSpPr>
        <p:spPr>
          <a:xfrm>
            <a:off x="3347864" y="2204864"/>
            <a:ext cx="5430340" cy="3798912"/>
          </a:xfrm>
        </p:spPr>
        <p:txBody>
          <a:bodyPr>
            <a:normAutofit fontScale="25000" lnSpcReduction="20000"/>
          </a:bodyPr>
          <a:lstStyle/>
          <a:p>
            <a:pPr>
              <a:buNone/>
            </a:pPr>
            <a:r>
              <a:rPr lang="en-IN" sz="5600" b="1" u="sng" dirty="0" smtClean="0"/>
              <a:t>Front End:-   </a:t>
            </a:r>
          </a:p>
          <a:p>
            <a:r>
              <a:rPr lang="en-IN" sz="4800" dirty="0" smtClean="0"/>
              <a:t>Spring boot framework.</a:t>
            </a:r>
          </a:p>
          <a:p>
            <a:r>
              <a:rPr lang="en-IN" sz="4800" dirty="0" smtClean="0"/>
              <a:t>Junit testing.</a:t>
            </a:r>
          </a:p>
          <a:p>
            <a:r>
              <a:rPr lang="en-IN" sz="4800" dirty="0" smtClean="0"/>
              <a:t>Swagger.</a:t>
            </a:r>
          </a:p>
          <a:p>
            <a:r>
              <a:rPr lang="en-IN" sz="4800" dirty="0" smtClean="0"/>
              <a:t>Sonar</a:t>
            </a:r>
            <a:endParaRPr lang="en-IN" sz="4800" dirty="0"/>
          </a:p>
          <a:p>
            <a:pPr>
              <a:buNone/>
            </a:pPr>
            <a:endParaRPr lang="en-IN" dirty="0" smtClean="0"/>
          </a:p>
          <a:p>
            <a:pPr>
              <a:buNone/>
            </a:pPr>
            <a:r>
              <a:rPr lang="en-IN" sz="5000" b="1" u="sng" dirty="0" smtClean="0"/>
              <a:t>Back End:-</a:t>
            </a:r>
          </a:p>
          <a:p>
            <a:r>
              <a:rPr lang="en-IN" sz="4800" dirty="0" smtClean="0"/>
              <a:t>Angular 8</a:t>
            </a:r>
          </a:p>
          <a:p>
            <a:r>
              <a:rPr lang="en-IN" sz="4800" dirty="0" smtClean="0"/>
              <a:t>Html</a:t>
            </a:r>
          </a:p>
          <a:p>
            <a:r>
              <a:rPr lang="en-IN" sz="4800" dirty="0" smtClean="0"/>
              <a:t>CSS</a:t>
            </a:r>
          </a:p>
          <a:p>
            <a:r>
              <a:rPr lang="en-IN" sz="4800" dirty="0" smtClean="0"/>
              <a:t>Bootstrap</a:t>
            </a:r>
          </a:p>
          <a:p>
            <a:r>
              <a:rPr lang="en-IN" sz="4800" dirty="0" smtClean="0"/>
              <a:t>Jasmine and karma</a:t>
            </a:r>
          </a:p>
          <a:p>
            <a:r>
              <a:rPr lang="en-IN" sz="4800" dirty="0" smtClean="0"/>
              <a:t>Typescript</a:t>
            </a:r>
            <a:endParaRPr lang="en-IN"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7944" y="2852936"/>
            <a:ext cx="7056784" cy="4536504"/>
          </a:xfrm>
        </p:spPr>
        <p:txBody>
          <a:bodyPr>
            <a:normAutofit/>
          </a:bodyPr>
          <a:lstStyle/>
          <a:p>
            <a:pPr marL="0" indent="0">
              <a:buNone/>
            </a:pPr>
            <a:r>
              <a:rPr lang="en-US" dirty="0" smtClean="0">
                <a:ln>
                  <a:solidFill>
                    <a:schemeClr val="bg1">
                      <a:lumMod val="75000"/>
                      <a:lumOff val="25000"/>
                    </a:schemeClr>
                  </a:solidFill>
                </a:ln>
                <a:solidFill>
                  <a:schemeClr val="bg1">
                    <a:lumMod val="75000"/>
                    <a:lumOff val="25000"/>
                  </a:schemeClr>
                </a:solidFill>
              </a:rPr>
              <a:t>b</a:t>
            </a:r>
            <a:endParaRPr lang="en-US" dirty="0">
              <a:ln>
                <a:solidFill>
                  <a:schemeClr val="bg1">
                    <a:lumMod val="75000"/>
                    <a:lumOff val="25000"/>
                  </a:schemeClr>
                </a:solidFill>
              </a:ln>
              <a:solidFill>
                <a:schemeClr val="bg1">
                  <a:lumMod val="75000"/>
                  <a:lumOff val="25000"/>
                </a:schemeClr>
              </a:solidFill>
            </a:endParaRPr>
          </a:p>
        </p:txBody>
      </p:sp>
      <p:sp>
        <p:nvSpPr>
          <p:cNvPr id="4" name="Rectangle 3"/>
          <p:cNvSpPr/>
          <p:nvPr/>
        </p:nvSpPr>
        <p:spPr>
          <a:xfrm>
            <a:off x="2267744" y="810422"/>
            <a:ext cx="6120680" cy="1323439"/>
          </a:xfrm>
          <a:prstGeom prst="rect">
            <a:avLst/>
          </a:prstGeom>
          <a:noFill/>
        </p:spPr>
        <p:txBody>
          <a:bodyPr wrap="square" lIns="91440" tIns="45720" rIns="91440" bIns="45720">
            <a:spAutoFit/>
          </a:bodyPr>
          <a:lstStyle/>
          <a:p>
            <a:pPr algn="ctr"/>
            <a:r>
              <a:rPr lang="en-US" sz="8000" b="1" i="1" u="sng"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THANKYOU!!</a:t>
            </a:r>
            <a:endParaRPr lang="en-US" sz="8000" b="1" i="1" u="sng"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2653362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panose="02040604050505020304"/>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 id="{EEC9B30E-2747-4D42-BCBE-A02BDEEEA114}" vid="{AACE42CE-5C67-4514-8A89-3472F564E146}"/>
    </a:ext>
  </a:extLst>
</a:theme>
</file>

<file path=docProps/app.xml><?xml version="1.0" encoding="utf-8"?>
<Properties xmlns="http://schemas.openxmlformats.org/officeDocument/2006/extended-properties" xmlns:vt="http://schemas.openxmlformats.org/officeDocument/2006/docPropsVTypes">
  <Template>TM10001104[[fn=Feathered]]</Template>
  <TotalTime>156</TotalTime>
  <Words>346</Words>
  <Application>Microsoft Office PowerPoint</Application>
  <PresentationFormat>On-screen Show (4:3)</PresentationFormat>
  <Paragraphs>62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Century Schoolbook</vt:lpstr>
      <vt:lpstr>Corbel</vt:lpstr>
      <vt:lpstr>Wingdings</vt:lpstr>
      <vt:lpstr>Feathered</vt:lpstr>
      <vt:lpstr>Contents</vt:lpstr>
      <vt:lpstr>Introduction</vt:lpstr>
      <vt:lpstr>Objective</vt:lpstr>
      <vt:lpstr>SCOPE OF THE SYSYTEM</vt:lpstr>
      <vt:lpstr>Proposed system and advantages</vt:lpstr>
      <vt:lpstr>Module Description</vt:lpstr>
      <vt:lpstr>    home page</vt:lpstr>
      <vt:lpstr>        Login page</vt:lpstr>
      <vt:lpstr>           Signup page</vt:lpstr>
      <vt:lpstr>                   ADD FURNITURE</vt:lpstr>
      <vt:lpstr>                      ORDER-HISTORY</vt:lpstr>
      <vt:lpstr>                               VIEW-PRODUCT</vt:lpstr>
      <vt:lpstr>Backend code coverage</vt:lpstr>
      <vt:lpstr>Technology used</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Contents</dc:title>
  <dc:creator>HP</dc:creator>
  <cp:lastModifiedBy>Nitin Garg</cp:lastModifiedBy>
  <cp:revision>18</cp:revision>
  <dcterms:created xsi:type="dcterms:W3CDTF">2019-05-20T10:14:05Z</dcterms:created>
  <dcterms:modified xsi:type="dcterms:W3CDTF">2020-05-25T10:48:39Z</dcterms:modified>
</cp:coreProperties>
</file>